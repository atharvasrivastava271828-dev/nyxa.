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73152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Inter"/>
              </a:defRPr>
            </a:pPr>
            <a:r>
              <a:t>Nyxa.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329184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GET YOUR DAILY TASKS DONE 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Simple, free, and private utilities designed for students, freelancers, and small businesses.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Inter"/>
              </a:defRPr>
            </a:pPr>
            <a:r>
              <a:t>MAKING SURE NO ONE IS LEFT OUT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People don't want complex software.</a:t>
            </a:r>
          </a:p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They just want the result.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When you need a GST invoice or a study quiz, you shouldn't have to learn a new app.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Friction of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Current tools force you to create accounts, manage passwords, download apps, and pay monthly subscriptions just to do one simple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Privacy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Basic utilities constantly track users, sell personal data, and force you to upload sensitive files to their servers just to get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Need for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Nobody wakes up wanting to use software. People simply want the invoice, the QR code, or the calculated marks, instantly.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The Marketplace for Finished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Nyxa gives you the exact tools you need. 1. Pick  →  2. Type  →  3. Copy Result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Works Instantly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No signups, no paywalls, no downloads. Pick a tool, type your details, and everything updates in real-time in your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100% Private &amp;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Your personal details never leave your browser. All computations happen client-side. Zero tracking, zero data selling.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Custom Task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If a tool doesn't exist, post a request on our TaskBidder board. Developers build it for you, and we hold the payment safely in escrow.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Serving the Everyday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Millions of students, freelancers, and small businesses need simple daily utilities.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>
                <a:solidFill>
                  <a:srgbClr val="FFFFFF"/>
                </a:solidFill>
                <a:latin typeface="Inter"/>
              </a:defRPr>
            </a:pPr>
            <a:r>
              <a:t>1.5 Billion+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Global Freelancers &amp;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A massive, underserved audience that relies on disjointed, ad-heavy websites for daily calculators, converters, and formatters.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The Digital Services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Small businesses spend billions annually hiring out simple digital tasks that can be completely automated by focused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Nyxa's 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By becoming the default starting page for "getting things done", we capture massive daily recurring traffic and custom task requests.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1-Click Tools. Instant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646464"/>
                </a:solidFill>
                <a:latin typeface="Inter"/>
              </a:defRPr>
            </a:pPr>
            <a:r>
              <a:t>Raw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926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GST Invoice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646464"/>
                </a:solidFill>
                <a:latin typeface="Inter"/>
              </a:defRPr>
            </a:pPr>
            <a:r>
              <a:t>Bank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840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UPI Payment 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646464"/>
                </a:solidFill>
                <a:latin typeface="Inter"/>
              </a:defRPr>
            </a:pPr>
            <a:r>
              <a:t>Syllabus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47548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Marks Calculator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How We Monetize the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Core utilities remain completely free. We monetize custom requests and creator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TaskBidder Commission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When a user requests a custom task or workflow to be built on our board, we take a 15% platform escrow fee upon successful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Sponsored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As the library grows, verified creators can pay to promote their specialized tools and API services to our high-intent traffic.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Built for Real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Traction from day one through high-utility free tools.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Inter"/>
              </a:defRPr>
            </a:pPr>
            <a:r>
              <a:t>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  <a:latin typeface="Inter"/>
              </a:defRPr>
            </a:pPr>
            <a:r>
              <a:t>Tasks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Inter"/>
              </a:defRPr>
            </a:pPr>
            <a:r>
              <a:t>120+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  <a:latin typeface="Inter"/>
              </a:defRPr>
            </a:pPr>
            <a:r>
              <a:t>Verified Creators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Inter"/>
              </a:defRPr>
            </a:pPr>
            <a:r>
              <a:t>Growing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  <a:latin typeface="Inter"/>
              </a:defRPr>
            </a:pPr>
            <a:r>
              <a:t>Free Utility Library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We Sell the Finished Job, Not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How Nyxa disrupts the current bloated software market.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TRADITIONAL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Bloated &amp; Expensive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Force users into $10/mo subscriptions just to use a simple invoice generator or file converter once a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UTILITY WEBSITES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Unsafe &amp; Ad-Heavy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Riddled with popups, malware, and privacy risks, often uploading your private financial data to unknown servers.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Inter"/>
              </a:defRPr>
            </a:pPr>
            <a:r>
              <a:t>NYXA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Instant, Free &amp;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A unified, beautiful hub of tools that run instantly in your browser. No signups, completely private, and free to use.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 Roadmap to Complex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Starting simple, scaling to full automation.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1. Dominate Everyday Utilities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We are rapidly expanding our library of free tools—taxes, invoices, study aids—to capture massive organic traffic and become the default starting page for students and freelancers.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2. Chaining Custom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As the TaskBidder board grows, creators will combine simple utilities into complex, paid business workflows—chaining a Market Research tool directly into a Pitch Deck generator.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Building the Marketplace for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We are a student team building the internet we want to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B4B4"/>
                </a:solidFill>
                <a:latin typeface="Inter"/>
              </a:defRPr>
            </a:pPr>
            <a:r>
              <a:t>People don't want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People want outcomes.</a:t>
            </a:r>
          </a:p>
        </p:txBody>
      </p:sp>
      <p:pic>
        <p:nvPicPr>
          <p:cNvPr id="6" name="Picture 5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48463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