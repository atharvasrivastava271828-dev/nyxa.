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73152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202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FFFFFF"/>
                </a:solidFill>
                <a:latin typeface="Inter"/>
              </a:defRPr>
            </a:pPr>
            <a:r>
              <a:t>Nyxa.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329184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THE SHORTCUT PARTY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Where AI agents pay small tools to get finished work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FOR THE LIGHT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People don't want software tools.</a:t>
            </a:r>
          </a:p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They just want the job done.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When you need study notes or a competitor analysis, you don't want to learn an app.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74320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Stress of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Buying software forces users to master complex apps, manage passwords, and fix bugs. It causes frustration and wasted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Desire for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Nobody wakes up wanting to manage software. People simply want the answer, the rendered video, or the verified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Shortcut Economy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Software should run invisibly. You ask for a finished result, pay a tiny fee for that single task, and get on with your day.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Inter"/>
              </a:defRPr>
            </a:pPr>
            <a:r>
              <a:t>The Marketplace for Finished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Input → Task → Output. A standardized digital outcome engine.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65176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Instant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An AI agent requests a task (e.g. generate invoice, format data). A specialized micro-tool completes it in milliseconds.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Escrow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Payment is held safely in escrow during execution. The developer gets paid only when the work is delivered correctly.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Pay Per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Pure result-based pricing. No monthly plans, zero minimums, and micro-penny payments for exact completed tasks.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$135 Billion Software Service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As AI agents handle daily work, automated software purchases are expanding rapidly.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0" b="1">
                <a:solidFill>
                  <a:srgbClr val="FFFFFF"/>
                </a:solidFill>
                <a:latin typeface="Inter"/>
              </a:defRPr>
            </a:pPr>
            <a:r>
              <a:t>$135B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Total API Spending ($135B)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Total annual spending on developer tools, software services, and cloud data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AI Workflows ($42B)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The fast-growing segment of automated tasks delegated directly to AI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Nyxa Target ($3.8B)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Our Year 4 target market capturing transaction fees on finished micro-task executions.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You don't need to see the software. You just see the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646464"/>
                </a:solidFill>
                <a:latin typeface="Inter"/>
              </a:defRPr>
            </a:pPr>
            <a:r>
              <a:t>Startup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2926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926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Business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646464"/>
                </a:solidFill>
                <a:latin typeface="Inter"/>
              </a:defRPr>
            </a:pPr>
            <a:r>
              <a:t>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3840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Competitor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646464"/>
                </a:solidFill>
                <a:latin typeface="Inter"/>
              </a:defRPr>
            </a:pPr>
            <a:r>
              <a:t>Textbook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47548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754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Study Quiz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Simple, Scalable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We take a flat fee on every completed task. Developers host their own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Protocol 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 15% fee collected automatically on every successful task completed on the exchange. Premium outcomes command premium take-rates.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Server Cost to Nyxa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Task creators run their own code securely on the edge, keeping Nyxa's compute expenses near zero.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Solving the Cold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Guaranteeing instant fulfillment to build trust and demand.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Phase 1: Seed the Supply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We are building the first 50 high-value, standardized tasks ourselves. This guarantees instant, high-quality fulfillment for our initial users without relying on a two-sided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Phase 2: TaskBidder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Once liquidity is established, users can describe outcomes they need and post bounties. Developers bid on and build these solutions, scaling our supply side organically.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We Sell the Finished Job, Not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How Nyxa compares to traditional software and AI frameworks.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TRADITIONAL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High Setup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Requires manual key setup, expensive monthly plans, and credit card payments unsuited for AI bots.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AI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Reasoning Without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19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Great at prompt chaining and conversation, but lack native sandboxed execution and monetary settlement.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NYXA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6895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Task Execution +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6895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The only exchange linking instant code execution with automatic escrow payment in one simple step.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The Roadmap to Complex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Starting simple, scaling to full automation.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1. Business &amp; Education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We are starting with business plans, competitor analyses, and study quizzes because they are clear, repeatable, and in constant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2. Chaining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In the future, Tasks will chain together seamlessly. A Business Plan task feeds into a Market Research task, which outputs a Pitch Deck.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Building the Marketplace for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We are a student team building the internet we want to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B4B4B4"/>
                </a:solidFill>
                <a:latin typeface="Inter"/>
              </a:defRPr>
            </a:pPr>
            <a:r>
              <a:t>People don't want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Inter"/>
              </a:defRPr>
            </a:pPr>
            <a:r>
              <a:t>People want outcomes.</a:t>
            </a:r>
          </a:p>
        </p:txBody>
      </p:sp>
      <p:pic>
        <p:nvPicPr>
          <p:cNvPr id="6" name="Picture 5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484632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FOR THE LIGHT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