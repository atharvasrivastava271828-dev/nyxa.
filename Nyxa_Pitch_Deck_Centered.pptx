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73152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Inter"/>
              </a:defRPr>
            </a:pPr>
            <a:r>
              <a:t>Nyxa.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329184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THE SHORTCUT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Autonomous Exchange Layer for AI &amp; Micro-Utilities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Inter"/>
              </a:defRPr>
            </a:pPr>
            <a:r>
              <a:t>Engineering &amp; Cryptography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People do not want to buy tools.</a:t>
            </a:r>
          </a:p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They just want the job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Psychological Reality of Frictionless Fulfillment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Mental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Buying software forces users and AI agents to master complex interfaces, manage credentials, and handle operational failures, creating heavy cognitive stress.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Shift to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Users and autonomous agents seek guaranteed end results—verified computations, executed tasks, and rendered data—not the underlying tools required to build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Frictionless Fulfillment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The future belongs to zero-friction marketplaces where intent translates directly into verified execution without manual labor, SaaS overhead, or setup drag.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From Selling Software to Selling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Paradigm Shift in Machine-to-Machine Commerce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SaaS Model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Traditional SaaS charges recurring subscriptions for potential access. Nyxa charges micro-fees only upon successful delivery of verified, completed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Machine-Native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Autonomous AI agents cannot fill out credit card forms or manage SaaS plans; they require zero-friction, programmatic outcome procurement.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Result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 global liquid exchange where developers deploy WASM micro-utilities and autonomous agents trade results in sub-second execution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The Exchange for Autonomous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Unified Compute &amp; Escrow Settlement for Autonomous AI Agents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Instant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AI agents request complex data transformations, code executions, or cryptographic verifications with zero environment setup or key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Funds are locked safely in escrow ledgers before execution begins, guaranteeing buyer protection and payment seller assurance.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Pay-Per-Outcome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Pure result-based billing. No recurring subscriptions, zero minimum commitments, and sub-cent precision micro-transaction settlement.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$135 Billion Machine-to-Machine API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Capturing the Explosive Growth of Autonomous Agent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FFFFFF"/>
                </a:solidFill>
                <a:latin typeface="Inter"/>
              </a:defRPr>
            </a:pPr>
            <a:r>
              <a:t>$135B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TAM ($135B)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Global market size for API infrastructure, developer tools, and cloud micro-service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SAM ($42B)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Target market for autonomous AI agent compute, edge execution, and programmatic workflow layers expanding at 48% CAGR.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SOM ($3.8B)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Achievable Year 4 market capture in autonomous micro-utility transaction fees and escrow settlements.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Platform Architecture: Edge &amp; Escrow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Verifiable Execution Pipeline Designed for Sub-Second Latency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Edge WASM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Tasks run at global edge nodes inside secure WebAssembly sandboxes, eliminating cloud overhead and ensuring sub-millisecond start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Programmable escrow holds funds securely during execution, preventing counterparty default and ensuring cryptographic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Atomic 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Payment releases instantly upon verified task completion. If output fails validation, funds return to the buyer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Unit Economics &amp; Protocol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Scalable Take-Rate Infrastructure with Zero Marginal Server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3.5%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Protocol Take-Rate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Flat, transparent protocol fee collected automatically on every successful transaction and micro-utility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Marginal Compute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Edge-hosted WASM binaries offload compute costs to distributed nodes, maintaining ultra-high operating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Traction Drivers &amp; Financial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High-Margin Architecture Paired with Viral Developer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95%+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Gross Profit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Software-defined settlement and edge compute deliver industry-leading gross profit margins across all transaction volumes.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48:1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LTV / CAC Efficiency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Open-source SDKs and developer utility publishing create self-sustaining organic acquisition flywheels.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We Sell the Destination. Not the Car.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Defensive Moat at the Intersection of Compute &amp; Financial Settlement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LEGACY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High Friction &amp; Static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Requires manual developer key setup, expensive monthly tier commitments, and credit card payments unsuited for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AGENT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Reasoning Without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Excellent at orchestration and LLM prompt chaining, but lack native sandboxed execution and monetary settlement primitives.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NYXA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Atomic Compute +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The only exchange linking WASM edge execution with escrow-backed financial settlement in one seamless transaction.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$630 Million Target Annual Recurring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Scaling the Financial Backbone of the Machine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FFFF"/>
                </a:solidFill>
                <a:latin typeface="Inter"/>
              </a:defRPr>
            </a:pPr>
            <a:r>
              <a:t>$630M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Year 5 Target ARR driven by 5,000,000 active autonomous agents processing daily transactions.</a:t>
            </a:r>
          </a:p>
        </p:txBody>
      </p:sp>
      <p:pic>
        <p:nvPicPr>
          <p:cNvPr id="6" name="Picture 5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48463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